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AI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algun Gothic"/>
              </a:rPr>
              <a:t>강의 학습 통합 어시스턴트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Malgun Gothic"/>
              </a:rPr>
              <a:t>강의자료 한 번 업로드로 분석 · 인강 · 맞춤 챗봇까지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3657600" cy="76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Malgun Gothic"/>
              </a:rPr>
              <a:t>FastAPI · Ollama qwen3 (8B 기본 / 32B 고급) · BGE-m3 RAG · Edge-TTS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CBD5E1"/>
                </a:solidFill>
                <a:latin typeface="Malgun Gothic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Malgun Gothic"/>
              </a:rPr>
              <a:t>출발점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Malgun Gothic"/>
              </a:rPr>
              <a:t>강의 학습의 비효율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학생 · 방대한 강의자료, 핵심 추출 어려움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강사 · 학생 수준별 개별 응대 부담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기존 LLM · 강의 맥락 모름, 전공 부정확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1783080"/>
            <a:ext cx="5394960" cy="4754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Malgun Gothic"/>
              </a:rPr>
              <a:t>솔루션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한 번 업로드 → 모두 자동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자동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735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요약 · 개념 · 시험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인강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050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스크립트 + TTS + 자막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맞춤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8280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RAG + 학생 수준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32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노트 ·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6052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학습 이력 자동 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어떻게 만들어왔나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개발 사이클 — 4 단계 반복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기존 레포 분석 · 문제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최소 기능부터 빠르게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실데이터 테스트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4272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리팩터링 + 문서화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주요 마일스톤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42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9959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프로젝트 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99592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베이스 레포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8911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2569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40740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기반 시스템 완성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40740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JWT · RAG · 수준 평가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0059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83717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81888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방향 전환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1888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KD 폐기 → RAG 중심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1207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4865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230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인강 자동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23036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HWP/PPTX · Edge-TTS · ffmpeg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2355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66013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64184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시험 UI · 영상 보관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64184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인터랙티브 카드 · 강의자료별 격리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03503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716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60533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최종 정리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605332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환경 통합 · 문서화 · 운영 준비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구조인가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103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Malgun Gothic"/>
              </a:rPr>
              <a:t>브라우저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JWT ·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011680"/>
            <a:ext cx="4572000" cy="4114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Malgun Gothic"/>
              </a:rPr>
              <a:t>FastAPI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Python ·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9" y="3154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auth · JWT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9" y="36118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rag · 검색·임베딩·재순위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9" y="4069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document · PDF/HWP/PPTX 병렬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45262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lecture · 영상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983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llm · Ollama 라우팅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9" y="5440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student · DB·수준·노트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2A47"/>
                </a:solidFill>
                <a:latin typeface="Malgun Gothic"/>
              </a:rPr>
              <a:t>Ollama qwen3 (8B 기본 / 32B 고급)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566160"/>
            <a:ext cx="2286000" cy="2560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160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rag_indexes/&lt;sid&gt;/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  parents ·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800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  faiss.index · 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120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lecture_&lt;sid&gt;_*.mp4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students.db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기술을 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uvicorn[standard]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python-jose (JWT)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passlib[bcrypt&lt;4.1]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38144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RAG /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1064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sentence-transformers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4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BGE-m3 임베딩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4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BGE Reranker v2-m3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4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faiss-cpu (IndexFlatIP)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문서 파싱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PyMuPDF · pdfplumber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python-hwpx · pyhwp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python-pptx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Surya OCR / PaddleOCR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34272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영상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Edge-TTS (ko-KR)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7192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Pillow 슬라이드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ffmpeg concat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7192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단어 단위 자막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모델을 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LLM · 기본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⚡ Qwen3 : 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빠른 응답 · 약 5~6GB
일반 강의 자료 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기본 추론 / 채팅 /
분석 / 영상 스크립트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47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LLM · 고급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🔍 Qwen3 : 32B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고품질 추론 · 약 18~22GB
어려운 자료 / 전공 깊이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사용자가 드롭다운에서
전환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251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BGE-m3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다국어 SOTA 임베딩
약 2.3GB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강의 자료 청크를 벡터로
변환해 의미 검색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16052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416052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3251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Reranker · TTS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BGE Reranker + Edge-TTS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Reranker · 정밀 재순위 (top 3)
Edge-TTS · ko-KR 자연 발음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검색 정확도 + 한국어
음성 합성 동시 담당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어떻게 작동하나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회원가입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JWT 발급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3200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2072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2072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자료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PDF/HWP/PPTX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5192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2103120"/>
            <a:ext cx="2103120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자동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SSE 스트리밍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7184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6" y="2103120"/>
            <a:ext cx="2103120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인강 자동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6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백그라운드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176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8048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챗봇 · 노트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수준별 응답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212080"/>
            <a:ext cx="10908792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질문이 들어오면 내부에서 일어나는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onsolas"/>
              </a:rPr>
              <a:t>사용자 질문 → BGE-m3 임베딩 → FAISS 검색 (k=20) → BGE Reranker (top 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onsolas"/>
              </a:rPr>
              <a:t>→ 학생 수준 분류 (입문/중급/심화) → qwen3:8b (또는 32b 고급) → SSE 응답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핵심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자동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요약 · 개념 · 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한 번 업로드로 3가지 동시 생성
SSE 토큰 스트리밍
시험은 인터랙티브 카드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38144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8144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인강 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5단계 자동 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스크립트 → TTS → 슬라이드
→ ffmpeg → 자막 burn-in
약 5분 / 결과 8분 영상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RAG 챗봇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수준별 응답 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검색 + 학생 수준 자동 인식
입문 / 중급 / 심화 시스템
프롬프트 분기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노트 ·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학습 이력 자동 누적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채팅·분석에서 📌 저장
카테고리별 모아보기
날짜·완료체크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사용자 간 데이터 격리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908792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✓ 다중 사용자 환경에서 본인 외 접근 구조적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algun Gothic"/>
              </a:rPr>
              <a:t>노트 · RAG 인덱스 · 영상 · 일정 · 채팅 이력 — 전 항목 격리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📔 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WHERE student_id=? AND id=?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본인 노트만
CRUD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144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📚 RAG 인덱스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2464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rag_indexes/&lt;student_id&gt;/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학생별
디렉토리 분리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🎬 영상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lecture_&lt;student_id&gt;_&lt;file&gt;.mp4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학생별 파일명
+ has_state 가드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📅 일정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2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WHERE student_id=?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SQLite 행
학생별 필터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JWT 토큰에서 student_id 추출 → 모든 DB 쿼리에 자동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현재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algun Gothic"/>
              </a:rPr>
              <a:t>완료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강의자료 업로드 → 자동 분석 + 영상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수준별 RAG 챗봇 (입문/중급/심화)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시험 인터랙티브 카드 · 라디오 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강의자료별 영상 보관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사용자별 RAG 인덱스 디스크 영속화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JWT 인증 + 사용자 데이터 완전 격리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노트 · 일정 · 학습 이력 자동 누적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03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환경변수 통합 · 원클릭 실행 (run.sh)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15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전체 README + 트러블슈팅 문서화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1783080"/>
            <a:ext cx="3867912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algun Gothic"/>
              </a:rPr>
              <a:t>핵심 지표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4231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7 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지원 자료 형식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004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3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학생 수준 분류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776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8 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114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결과 영상 길이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54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≤1초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892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RAG 검색 응답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32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0개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669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외부 LLM API 의존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64592" cy="411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Malgun Gothic"/>
              </a:rPr>
              <a:t>질의응답 · 시연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10515600" cy="76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AI Tutor — 강의 학습 통합 어시스턴트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CBD5E1"/>
                </a:solidFill>
                <a:latin typeface="Malgun Gothic"/>
              </a:rPr>
              <a:t>FastAPI · Ollama qwen3 (8B 기본 / 32B 고급) · BGE-m3 RAG · Edge-TTS · ffmpeg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추가 진행 — 자동 사전처리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업로드 한 번 → 클릭 0번. 학생 첫 화면까지 자동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흐름: 요약 → 영상 (요약 기반 스크립트) → 핵심개념 → 예상문제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핵심 개선: 영상 컨텍스트가 raw 본문 → LLM 정제된 요약+개념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결과: 영상 슬라이드 품질 향상 + 학생 인지 부담 감소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시행착오 — 영상 11초 사건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증상: 12분 자료가 11초짜리 영상으로 끝남, 음성 잘림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원인 1: Edge-TTS 한국어가 WordBoundary 안 보냄 (SentenceBoundary 1개만)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원인 2: 폴백 ffprobe 가 일부 환경에 미설치 → 0 반환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결과: 모든 슬라이드 duration = 1초로 잘림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해결: SentenceBoundary 도 수집 + 번들 ffmpeg 으로 duration 측정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복원: 동일 자료 11초 → 정상 3~5분 영상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채팅 자동 라우팅 + /find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학생 입력 의도 자동 판단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짧은 키워드 (1~3 단어, 의문사 없음) → /find 자동 호출 (sub-second)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왜·어떻게·차이·비교 같은 추론형 → LLM 답변 (~3초~분)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/find 키워드 명시 명령도 지원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체감: '데이터베이스 정의' 같은 질문 30초 → 0.5초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발전 가능 — 학교 서버에서 다음 박을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PPT/PDF 페이지 이미지 직접 표시 (fitz 렌더링 + 캐시)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32B 라우팅 + 인터넷 검색 통합 (자료 밖 정보용)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전체 모듈화 — app.py 800줄 → router 별 분리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게이트 모델별 분리 — L40S 48GB 면 8B 동시 2~3 가능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응답 캐시 (Redis) — 동접 500 시나리오 부하 30~50% 감소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점진적 학습 데이터 수집 — 학생 약점 신호로 개인화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학교 시연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ollama pull qwen3:8b / qwen3:32b 완료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pip install "bcrypt&lt;4.1" 호환성 고정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bge-m3, bge-reranker-v2-m3 사전 다운로드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회원가입 → 자료 업로드 → 자동 사전처리 (~5분 이내)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영상 슬라이드+음성 동기화 확인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채팅 자동 라우팅 — 키워드 vs 의문문 분기 확인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</a:rPr>
              <a:t>• /llm-status 큐 카운터 노출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